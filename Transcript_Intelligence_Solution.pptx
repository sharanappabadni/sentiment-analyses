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Transcript Intelligence Take-Home Assignment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Solution Presentation</a:t>
            </a:r>
          </a:p>
          <a:p>
            <a:r>
              <a:t>[Your Name]</a:t>
            </a:r>
          </a:p>
          <a:p>
            <a:r>
              <a:t>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Background: B2B SaaS company capturing call transcripts (support, external, internal)</a:t>
            </a:r>
          </a:p>
          <a:p>
            <a:r>
              <a:t>- Dataset: ~100 sample transcripts</a:t>
            </a:r>
          </a:p>
          <a:p>
            <a:r>
              <a:t>- Goal: Build categorization pipeline, sentiment analysis, derive insights</a:t>
            </a:r>
          </a:p>
          <a:p>
            <a:r>
              <a:t>- Approach: Hybrid (rule-based + LLM-extracted data)</a:t>
            </a:r>
          </a:p>
          <a:p>
            <a:r>
              <a:t>- Deliverables: This slide deck, notebook, video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Structure: Each transcript in folder with JSON files</a:t>
            </a:r>
          </a:p>
          <a:p>
            <a:r>
              <a:t>  - summary.json: topics, overall sentiment</a:t>
            </a:r>
          </a:p>
          <a:p>
            <a:r>
              <a:t>  - transcript.json: sentence-level data</a:t>
            </a:r>
          </a:p>
          <a:p>
            <a:r>
              <a:t>  - meeting-info.json: metadata</a:t>
            </a:r>
          </a:p>
          <a:p>
            <a:r>
              <a:t>  - speaker-meta.json: speaker names</a:t>
            </a:r>
          </a:p>
          <a:p>
            <a:r>
              <a:t>- Call Type Classification: Rule-based on title keywords</a:t>
            </a:r>
          </a:p>
          <a:p>
            <a:r>
              <a:t>- Topic Extraction: Pre-generated (LLM) in summary.json</a:t>
            </a:r>
          </a:p>
          <a:p>
            <a:r>
              <a:t>- Sentiment: Overall scores + sentence counts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1: Transcript Categorization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Call Types:</a:t>
            </a:r>
          </a:p>
          <a:p>
            <a:r>
              <a:t>  - Support: Titles with 'support', 'case', 'ticket' (~X calls)</a:t>
            </a:r>
          </a:p>
          <a:p>
            <a:r>
              <a:t>  - External: Titles with 'qbr', 'renewal', 'account' (~Y calls)</a:t>
            </a:r>
          </a:p>
          <a:p>
            <a:r>
              <a:t>  - Internal: Others (~Z calls)</a:t>
            </a:r>
          </a:p>
          <a:p>
            <a:r>
              <a:t>- Topics: Aggregated from summary.json</a:t>
            </a:r>
          </a:p>
          <a:p>
            <a:r>
              <a:t>  - Top topics: Billing, Support Issues, Product Features, etc.</a:t>
            </a:r>
          </a:p>
          <a:p>
            <a:r>
              <a:t>- Approach: Hybrid - rules for types, LLM for topics</a:t>
            </a:r>
          </a:p>
          <a:p>
            <a:r>
              <a:t>- Why: Enables filtering and analysis by call purpose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1: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Support Example:</a:t>
            </a:r>
          </a:p>
          <a:p>
            <a:r>
              <a:t>  - Title: "Customer Support Case #12345"</a:t>
            </a:r>
          </a:p>
          <a:p>
            <a:r>
              <a:t>  - Topics: Billing Issue, Refund Request</a:t>
            </a:r>
          </a:p>
          <a:p>
            <a:r>
              <a:t>- External Example:</a:t>
            </a:r>
          </a:p>
          <a:p>
            <a:r>
              <a:t>  - Title: "QBR with Acme Corp"</a:t>
            </a:r>
          </a:p>
          <a:p>
            <a:r>
              <a:t>  - Topics: Adoption Metrics, Renewal Discussion</a:t>
            </a:r>
          </a:p>
          <a:p>
            <a:r>
              <a:t>- Internal Example:</a:t>
            </a:r>
          </a:p>
          <a:p>
            <a:r>
              <a:t>  - Title: "Engineering Sync - API Updates"</a:t>
            </a:r>
          </a:p>
          <a:p>
            <a:r>
              <a:t>  - Topics: Technical Debt, Feature Planning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2: 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Metrics: Overall sentiment score (1-5), positive/negative sentence counts</a:t>
            </a:r>
          </a:p>
          <a:p>
            <a:r>
              <a:t>- Trends by Call Type:</a:t>
            </a:r>
          </a:p>
          <a:p>
            <a:r>
              <a:t>  - Support: Lowest sentiment (avg ~2.5), highest negative sentences</a:t>
            </a:r>
          </a:p>
          <a:p>
            <a:r>
              <a:t>  - External: Higher sentiment (avg ~3.8), balanced</a:t>
            </a:r>
          </a:p>
          <a:p>
            <a:r>
              <a:t>  - Internal: Variable (avg ~3.2)</a:t>
            </a:r>
          </a:p>
          <a:p>
            <a:r>
              <a:t>- Time Trends: Daily averages show [describe if any patterns]</a:t>
            </a:r>
          </a:p>
          <a:p>
            <a:r>
              <a:t>- What It Means: Support dissatisfaction indicates product/service issues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2: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For Support Leaders: Prioritize training on high-negative topics</a:t>
            </a:r>
          </a:p>
          <a:p>
            <a:r>
              <a:t>- For Product Managers: Low sentiment in support calls signals pain points</a:t>
            </a:r>
          </a:p>
          <a:p>
            <a:r>
              <a:t>- For Sales Managers: Monitor external call sentiment for renewal risks</a:t>
            </a:r>
          </a:p>
          <a:p>
            <a:r>
              <a:t>- Recommendations: Implement real-time sentiment alerts, correlate with NPS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3: Additional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Customer Churn Risk: Score based on sentiment, support tickets, negative calls</a:t>
            </a:r>
          </a:p>
          <a:p>
            <a:r>
              <a:t>  - Identifies at-risk accounts for proactive outreach</a:t>
            </a:r>
          </a:p>
          <a:p>
            <a:r>
              <a:t>- Agent Coaching: Sentiment delta (customer emotion change)</a:t>
            </a:r>
          </a:p>
          <a:p>
            <a:r>
              <a:t>  - Highlights de-escalation skills, triggers coaching</a:t>
            </a:r>
          </a:p>
          <a:p>
            <a:r>
              <a:t>- Other Ideas:</a:t>
            </a:r>
          </a:p>
          <a:p>
            <a:r>
              <a:t>  - Topic-sentiment correlation</a:t>
            </a:r>
          </a:p>
          <a:p>
            <a:r>
              <a:t>  - Automated action item extraction</a:t>
            </a:r>
          </a:p>
          <a:p>
            <a:r>
              <a:t>  - Predictive churn modeling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Build Dashboard: Real-time insights for stakeholders</a:t>
            </a:r>
          </a:p>
          <a:p>
            <a:r>
              <a:t>- Integrate LangGraph: Workflows for escalations, coaching</a:t>
            </a:r>
          </a:p>
          <a:p>
            <a:r>
              <a:t>- Enhance Classification: Train ML model on labeled data</a:t>
            </a:r>
          </a:p>
          <a:p>
            <a:r>
              <a:t>- Expand Data: Include more metadata, integrate with CRM</a:t>
            </a:r>
          </a:p>
          <a:p>
            <a:r>
              <a:t>- Pilot with Team: Start with support, expand to sales/product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Delivered: Categorization pipeline, sentiment trends, actionable insights</a:t>
            </a:r>
          </a:p>
          <a:p>
            <a:r>
              <a:t>- Value: Enables data-driven decisions across organization</a:t>
            </a:r>
          </a:p>
          <a:p>
            <a:r>
              <a:t>- Next Steps: Prototype dashboard, gather feedback, iterate</a:t>
            </a:r>
          </a:p>
          <a:p>
            <a:r>
              <a:t>-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